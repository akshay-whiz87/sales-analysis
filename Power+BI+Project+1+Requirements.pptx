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122C3E79-63E1-40B5-9970-B4B38E9F7EB9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1189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2375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6962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1273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7613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947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2451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1275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6208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238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2570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60629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81669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49049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77455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122C3E79-63E1-40B5-9970-B4B38E9F7EB9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90622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122C3E79-63E1-40B5-9970-B4B38E9F7EB9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2639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122C3E79-63E1-40B5-9970-B4B38E9F7EB9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4220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4C7B80-E2A1-F7C6-AE89-CBA342DCC72D}"/>
              </a:ext>
            </a:extLst>
          </p:cNvPr>
          <p:cNvSpPr txBox="1"/>
          <p:nvPr/>
        </p:nvSpPr>
        <p:spPr>
          <a:xfrm>
            <a:off x="727587" y="1229032"/>
            <a:ext cx="9448800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u="sng" dirty="0">
                <a:latin typeface="Aparajita" panose="02020603050405020304" pitchFamily="18" charset="0"/>
                <a:cs typeface="Aparajita" panose="02020603050405020304" pitchFamily="18" charset="0"/>
              </a:rPr>
              <a:t>Objectives Of Dashboard</a:t>
            </a:r>
          </a:p>
          <a:p>
            <a:endParaRPr lang="en-IN" sz="2800" dirty="0">
              <a:latin typeface="Aparajita" panose="02020603050405020304" pitchFamily="18" charset="0"/>
              <a:cs typeface="Aparajita" panose="02020603050405020304" pitchFamily="18" charset="0"/>
            </a:endParaRPr>
          </a:p>
          <a:p>
            <a:r>
              <a:rPr lang="en-IN" sz="2800" dirty="0">
                <a:latin typeface="Aparajita" panose="02020603050405020304" pitchFamily="18" charset="0"/>
                <a:cs typeface="Aparajita" panose="02020603050405020304" pitchFamily="18" charset="0"/>
              </a:rPr>
              <a:t>1) Top/Bottom 5 product by Sales/Profit/Quantity Sold.</a:t>
            </a:r>
            <a:br>
              <a:rPr lang="en-IN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IN" sz="2800" dirty="0">
                <a:latin typeface="Aparajita" panose="02020603050405020304" pitchFamily="18" charset="0"/>
                <a:cs typeface="Aparajita" panose="02020603050405020304" pitchFamily="18" charset="0"/>
              </a:rPr>
              <a:t>2) </a:t>
            </a: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How do sales trends vary over time </a:t>
            </a:r>
            <a:r>
              <a:rPr lang="en-IN" sz="2800" dirty="0">
                <a:latin typeface="Aparajita" panose="02020603050405020304" pitchFamily="18" charset="0"/>
                <a:cs typeface="Aparajita" panose="02020603050405020304" pitchFamily="18" charset="0"/>
              </a:rPr>
              <a:t>(daily, monthly, quarterly, annually) </a:t>
            </a: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?</a:t>
            </a: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3) Show relationship between sales &amp; profit.</a:t>
            </a: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4) Compare sales/profit/quantity sold between any two periods selected by the user.</a:t>
            </a: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5) Average discount offered in each discount category.</a:t>
            </a: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6) Total number of orders.</a:t>
            </a: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7) Show Sales/Profit/Discount/Net Sales/All remaining fields for each order that could be filtered using visual filters. (Product/Date/Customer ID/Promotion Categories)</a:t>
            </a: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8) Show sales by different cities.</a:t>
            </a: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endParaRPr lang="en-IN" sz="2800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223121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TM02900722[[fn=Ion Boardroom]]</Template>
  <TotalTime>44</TotalTime>
  <Words>135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Aparajita</vt:lpstr>
      <vt:lpstr>Arial</vt:lpstr>
      <vt:lpstr>Century Gothic</vt:lpstr>
      <vt:lpstr>Wingdings 3</vt:lpstr>
      <vt:lpstr>Ion Boardroom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 Git</dc:creator>
  <cp:lastModifiedBy>Deepa Chaudhary</cp:lastModifiedBy>
  <cp:revision>36</cp:revision>
  <dcterms:created xsi:type="dcterms:W3CDTF">2024-07-03T21:35:18Z</dcterms:created>
  <dcterms:modified xsi:type="dcterms:W3CDTF">2026-03-31T07:22:29Z</dcterms:modified>
</cp:coreProperties>
</file>